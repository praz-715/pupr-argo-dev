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60" r:id="rId5"/>
    <p:sldId id="261" r:id="rId6"/>
    <p:sldId id="262" r:id="rId7"/>
    <p:sldId id="263" r:id="rId8"/>
    <p:sldId id="270" r:id="rId9"/>
    <p:sldId id="27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yanti Rouli Berliana Sianturi" userId="ed0a3f33-b168-4395-a0ba-687baebd7c4c" providerId="ADAL" clId="{6BE3834A-5A38-4115-8C16-AD2A93D1A324}"/>
    <pc:docChg chg="modSld sldOrd">
      <pc:chgData name="Martyanti Rouli Berliana Sianturi" userId="ed0a3f33-b168-4395-a0ba-687baebd7c4c" providerId="ADAL" clId="{6BE3834A-5A38-4115-8C16-AD2A93D1A324}" dt="2026-07-27T03:09:36.459" v="1"/>
      <pc:docMkLst>
        <pc:docMk/>
      </pc:docMkLst>
      <pc:sldChg chg="ord">
        <pc:chgData name="Martyanti Rouli Berliana Sianturi" userId="ed0a3f33-b168-4395-a0ba-687baebd7c4c" providerId="ADAL" clId="{6BE3834A-5A38-4115-8C16-AD2A93D1A324}" dt="2026-07-27T03:09:36.459" v="1"/>
        <pc:sldMkLst>
          <pc:docMk/>
          <pc:sldMk cId="2851104748" sldId="270"/>
        </pc:sldMkLst>
      </pc:sldChg>
      <pc:sldChg chg="ord">
        <pc:chgData name="Martyanti Rouli Berliana Sianturi" userId="ed0a3f33-b168-4395-a0ba-687baebd7c4c" providerId="ADAL" clId="{6BE3834A-5A38-4115-8C16-AD2A93D1A324}" dt="2026-07-27T03:09:36.459" v="1"/>
        <pc:sldMkLst>
          <pc:docMk/>
          <pc:sldMk cId="3265417206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22EE-B8F5-5094-4590-DBF793721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9904D-5548-EF27-C892-314C56DA9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423DB-485E-0C9C-15BD-53085601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832E7-A26F-21FF-DD4C-1B5BDA8F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0030B-A675-A791-1ED6-CA598606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821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663F-9E57-120B-A616-9AF43332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BA258-C8F4-6D92-F620-84EFA4DEF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F9AAA-E0E0-40C7-97EE-EDB8BFE5F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3037-4084-ABA6-B198-3F976113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DDCC6-4017-006B-831E-BF682563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77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725C-B014-3A5F-906A-7B6CB090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C3DA8-6C5E-B45E-D77E-1272E391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96715-D9B0-6595-60F8-57C0A19E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9C38A-3E04-742A-9795-66C2AD60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3C9C5-EA6A-04B5-C532-16AF460B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28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A14F-6067-0F53-E7A9-326B13B3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CA907-B3B4-6F8D-0163-000FFC672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B8A4D-BEDF-8CC9-FA9B-99CED80F1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5AE4F-0276-DD10-BC67-B6D9845D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B0A85-EBDC-48DE-7C01-EA97E7AA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33C16-E726-CC82-6734-DD8BB501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7755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4F8D-965F-2724-0B5E-9168C11D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735D4-8CA3-CA38-AB79-2961C53C5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31E48-4555-5B81-4814-DAE16A3E2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B62F1-B64D-D66B-1B60-4349E8158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CCADE-C373-7670-134F-5BD312813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F1251-46B8-4ACE-7EED-1136F6E8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698ED-0C6E-5593-1171-BA20479B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4DA4E9-AA45-7237-DAEC-1CF5CEDC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835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F68C-CAA9-CA42-C653-99EDB216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79E11-2030-3EEF-4DB5-EA0F9B25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424A9-0155-A142-F6F8-2103152B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20201-12BA-8EA2-7136-DC858AB6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750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43E01-4CD8-785A-C0B0-FA240C78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34380-80DF-4BC2-EF0B-135B1FEB6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C2313-41E6-77C1-A31C-B8B55207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200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2633-6D27-F16C-CE3F-A2D523C72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64A04-45B6-EAF1-A046-7F5C7823B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B4B8B-A546-2EDC-A560-E420F99D0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CA004-E702-CA2B-41DE-3F97FCD2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22937-2A5F-573A-31EF-350395C1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7EDC7-4C00-D3F9-F095-E1BFE1D1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688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36B6-F9BF-8BE6-363F-0475B9B7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7B9FC-EE25-B1BE-93B9-66D29DC72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D3483-CF00-2540-878C-9B65F725A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5D0A0-9785-34C7-7A6F-E30EF617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86D1D-2746-7CA4-ED58-CF48B91C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5C39F-3086-3204-D69B-F3381830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874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6596-2619-C018-7584-6021535C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593E8-08C9-1273-49AC-09256C845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5EF56-1DDD-12E6-8214-A57D86DDC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ACED-C9FB-4CED-4D81-88E3E02F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ED75C-B097-7395-76B8-5799A847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995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EF2E3-3571-C104-CC8A-9D8E0111C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FAD75-F951-4134-35F7-F9A9CEBD8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3C5A8-B784-E609-0849-06818278C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06DEC-B9C0-7764-80B0-FE55FD63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C7A63-CB0F-FE09-D111-045C6E9A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784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E38A9-A0E0-BCDA-DFA3-6D8AFF82A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69477-9315-2E68-F530-FCCFD131B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577E5-F1B0-0CE6-5EC2-AB311C653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FCD15-6EE5-40B3-BF1E-47AB5C4DBFDC}" type="datetimeFigureOut">
              <a:rPr lang="en-ID" smtClean="0"/>
              <a:t>27/07/2026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F51DA-0D69-F0A6-B16F-02F4A935B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FB067-F555-AC5D-3825-3CCABCF0B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CF8CD-7B33-457E-9C79-4D6B4CE894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517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7988-0DA3-63ED-6B32-99B2C71CC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C471F-DE15-5A61-49DE-1AA6CF5857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27CDA-0116-73CB-A0D4-FB97E41C0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66" y="8238"/>
            <a:ext cx="10331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4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ABDB1C-30DD-6CFB-6F1D-FBC484898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93" y="57665"/>
            <a:ext cx="10099588" cy="671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8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62E8A-F923-15DC-4931-D61B53691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35" y="0"/>
            <a:ext cx="10372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5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A027AD-CA0F-04B8-B988-64E250997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07" y="0"/>
            <a:ext cx="10290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9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08BB-FD4B-40F3-0866-D1B6667D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AC3AFB-7866-C05F-BC9C-758526E88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29" y="14748"/>
            <a:ext cx="10270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0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D57D6D-FC41-8232-DDF6-AAFF2DC3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37" y="14748"/>
            <a:ext cx="10276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8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99A0FE-B963-4AF1-699F-9BBCF5E7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27" y="0"/>
            <a:ext cx="10344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3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75AA08-28AE-1560-DAAB-72DB1DCE2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23" y="134102"/>
            <a:ext cx="10033687" cy="658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04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392A3A-5EE6-5231-6042-DF05FCF31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87" y="186409"/>
            <a:ext cx="9525825" cy="64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17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F059D0-7A51-D326-3830-D972257FC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7"/>
            <a:ext cx="12192000" cy="68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Martyanti Rouli Berliana Sianturi</dc:creator>
  <cp:lastModifiedBy>annisafayu</cp:lastModifiedBy>
  <cp:revision>5</cp:revision>
  <dcterms:created xsi:type="dcterms:W3CDTF">2026-06-26T02:07:49Z</dcterms:created>
  <dcterms:modified xsi:type="dcterms:W3CDTF">2026-07-27T10:29:41Z</dcterms:modified>
</cp:coreProperties>
</file>